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56" r:id="rId4"/>
    <p:sldId id="257" r:id="rId5"/>
    <p:sldId id="258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78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021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457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86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986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195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44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939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818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21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6940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776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2884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574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8892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7362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76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298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230E9-21E4-49B6-AF93-1C6A2A7D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5400" b="1" dirty="0"/>
              <a:t>REACT JS</a:t>
            </a:r>
          </a:p>
        </p:txBody>
      </p:sp>
      <p:pic>
        <p:nvPicPr>
          <p:cNvPr id="6146" name="Picture 2" descr="Tipos de entornos de desarrollo integrado y sus ventajas | UNIR">
            <a:extLst>
              <a:ext uri="{FF2B5EF4-FFF2-40B4-BE49-F238E27FC236}">
                <a16:creationId xmlns:a16="http://schemas.microsoft.com/office/drawing/2014/main" id="{58387326-7D63-40C3-A9C0-091ECDF1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582" y="2268440"/>
            <a:ext cx="3269659" cy="18378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96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F6DB9-05F0-4BD9-AA19-B7AAECCB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DD425F-3810-428C-8EDF-97F2FBAE3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>
                <a:solidFill>
                  <a:schemeClr val="tx1"/>
                </a:solidFill>
              </a:rPr>
              <a:t>NODE JS</a:t>
            </a:r>
          </a:p>
          <a:p>
            <a:r>
              <a:rPr lang="es-MX" b="1" dirty="0">
                <a:solidFill>
                  <a:schemeClr val="tx1"/>
                </a:solidFill>
              </a:rPr>
              <a:t>Conocimiento de </a:t>
            </a:r>
            <a:r>
              <a:rPr lang="es-MX" b="1" dirty="0" err="1">
                <a:solidFill>
                  <a:schemeClr val="tx1"/>
                </a:solidFill>
              </a:rPr>
              <a:t>js</a:t>
            </a:r>
            <a:endParaRPr lang="es-MX" b="1" dirty="0">
              <a:solidFill>
                <a:schemeClr val="tx1"/>
              </a:solidFill>
            </a:endParaRPr>
          </a:p>
          <a:p>
            <a:r>
              <a:rPr lang="es-MX" b="1" dirty="0">
                <a:solidFill>
                  <a:schemeClr val="tx1"/>
                </a:solidFill>
              </a:rPr>
              <a:t>ECMAScript o </a:t>
            </a:r>
            <a:r>
              <a:rPr lang="es-MX" b="1" dirty="0" err="1">
                <a:solidFill>
                  <a:schemeClr val="tx1"/>
                </a:solidFill>
              </a:rPr>
              <a:t>TypeScript</a:t>
            </a:r>
            <a:endParaRPr lang="es-MX" b="1" dirty="0">
              <a:solidFill>
                <a:schemeClr val="tx1"/>
              </a:solidFill>
            </a:endParaRPr>
          </a:p>
          <a:p>
            <a:r>
              <a:rPr lang="es-MX" b="1" dirty="0">
                <a:solidFill>
                  <a:schemeClr val="tx1"/>
                </a:solidFill>
              </a:rPr>
              <a:t>VISUAL STUDIO CODE</a:t>
            </a:r>
          </a:p>
          <a:p>
            <a:r>
              <a:rPr lang="es-MX" b="1" dirty="0">
                <a:solidFill>
                  <a:schemeClr val="tx1"/>
                </a:solidFill>
              </a:rPr>
              <a:t>Extensiones de VS CODE:</a:t>
            </a:r>
          </a:p>
          <a:p>
            <a:pPr lvl="1"/>
            <a:r>
              <a:rPr lang="es-MX" b="1" dirty="0">
                <a:solidFill>
                  <a:schemeClr val="tx1"/>
                </a:solidFill>
              </a:rPr>
              <a:t>ES7+ </a:t>
            </a:r>
            <a:r>
              <a:rPr lang="es-MX" b="1" dirty="0" err="1">
                <a:solidFill>
                  <a:schemeClr val="tx1"/>
                </a:solidFill>
              </a:rPr>
              <a:t>React</a:t>
            </a:r>
            <a:r>
              <a:rPr lang="es-MX" b="1" dirty="0">
                <a:solidFill>
                  <a:schemeClr val="tx1"/>
                </a:solidFill>
              </a:rPr>
              <a:t>/</a:t>
            </a:r>
            <a:r>
              <a:rPr lang="es-MX" b="1" dirty="0" err="1">
                <a:solidFill>
                  <a:schemeClr val="tx1"/>
                </a:solidFill>
              </a:rPr>
              <a:t>Redux</a:t>
            </a:r>
            <a:r>
              <a:rPr lang="es-MX" b="1" dirty="0">
                <a:solidFill>
                  <a:schemeClr val="tx1"/>
                </a:solidFill>
              </a:rPr>
              <a:t>/</a:t>
            </a:r>
            <a:r>
              <a:rPr lang="es-MX" b="1" dirty="0" err="1">
                <a:solidFill>
                  <a:schemeClr val="tx1"/>
                </a:solidFill>
              </a:rPr>
              <a:t>React</a:t>
            </a:r>
            <a:r>
              <a:rPr lang="es-MX" b="1" dirty="0">
                <a:solidFill>
                  <a:schemeClr val="tx1"/>
                </a:solidFill>
              </a:rPr>
              <a:t>-Native </a:t>
            </a:r>
            <a:r>
              <a:rPr lang="es-MX" b="1" dirty="0" err="1">
                <a:solidFill>
                  <a:schemeClr val="tx1"/>
                </a:solidFill>
              </a:rPr>
              <a:t>snippets</a:t>
            </a:r>
            <a:endParaRPr lang="es-MX" b="1" dirty="0">
              <a:solidFill>
                <a:schemeClr val="tx1"/>
              </a:solidFill>
            </a:endParaRPr>
          </a:p>
          <a:p>
            <a:pPr lvl="1"/>
            <a:r>
              <a:rPr lang="es-MX" b="1" dirty="0" err="1">
                <a:solidFill>
                  <a:schemeClr val="tx1"/>
                </a:solidFill>
              </a:rPr>
              <a:t>Prettier</a:t>
            </a:r>
            <a:endParaRPr lang="es-MX" b="1" dirty="0">
              <a:solidFill>
                <a:schemeClr val="tx1"/>
              </a:solidFill>
            </a:endParaRPr>
          </a:p>
          <a:p>
            <a:pPr lvl="1"/>
            <a:r>
              <a:rPr lang="es-MX" b="1" dirty="0" err="1">
                <a:solidFill>
                  <a:schemeClr val="tx1"/>
                </a:solidFill>
              </a:rPr>
              <a:t>React</a:t>
            </a:r>
            <a:r>
              <a:rPr lang="es-MX" b="1" dirty="0">
                <a:solidFill>
                  <a:schemeClr val="tx1"/>
                </a:solidFill>
              </a:rPr>
              <a:t> </a:t>
            </a:r>
            <a:r>
              <a:rPr lang="es-MX" b="1" dirty="0" err="1">
                <a:solidFill>
                  <a:schemeClr val="tx1"/>
                </a:solidFill>
              </a:rPr>
              <a:t>Developer</a:t>
            </a:r>
            <a:r>
              <a:rPr lang="es-MX" b="1" dirty="0">
                <a:solidFill>
                  <a:schemeClr val="tx1"/>
                </a:solidFill>
              </a:rPr>
              <a:t> Tools</a:t>
            </a:r>
          </a:p>
        </p:txBody>
      </p:sp>
    </p:spTree>
    <p:extLst>
      <p:ext uri="{BB962C8B-B14F-4D97-AF65-F5344CB8AC3E}">
        <p14:creationId xmlns:p14="http://schemas.microsoft.com/office/powerpoint/2010/main" val="225059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2AE20-AD4E-41AD-82F9-068E3BDFF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043545"/>
            <a:ext cx="8001000" cy="1385455"/>
          </a:xfrm>
          <a:noFill/>
        </p:spPr>
        <p:txBody>
          <a:bodyPr>
            <a:normAutofit/>
          </a:bodyPr>
          <a:lstStyle/>
          <a:p>
            <a:r>
              <a:rPr lang="es-MX" sz="8000" b="1" dirty="0"/>
              <a:t>REACT JS</a:t>
            </a:r>
          </a:p>
        </p:txBody>
      </p:sp>
      <p:pic>
        <p:nvPicPr>
          <p:cNvPr id="2050" name="Picture 2" descr="Las ventajas de React.js para desarrollar un sitio web de alto rendimiento">
            <a:extLst>
              <a:ext uri="{FF2B5EF4-FFF2-40B4-BE49-F238E27FC236}">
                <a16:creationId xmlns:a16="http://schemas.microsoft.com/office/drawing/2014/main" id="{D5309C48-7A51-49C4-BBD2-A27514C8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76" y="3588389"/>
            <a:ext cx="3777541" cy="2482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57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1B32C-CAA5-460B-A7E8-4B7784FA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¿Qué es </a:t>
            </a:r>
            <a:r>
              <a:rPr lang="es-MX" b="1" dirty="0" err="1"/>
              <a:t>React</a:t>
            </a:r>
            <a:r>
              <a:rPr lang="es-MX" b="1" dirty="0"/>
              <a:t> </a:t>
            </a:r>
            <a:r>
              <a:rPr lang="es-MX" b="1" dirty="0" err="1"/>
              <a:t>js</a:t>
            </a:r>
            <a:r>
              <a:rPr lang="es-MX" b="1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BDA53-A50F-49A2-A46D-BA9174C4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2715491"/>
            <a:ext cx="8960829" cy="204123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ES" sz="2800" b="1" dirty="0" err="1">
                <a:solidFill>
                  <a:schemeClr val="tx1"/>
                </a:solidFill>
              </a:rPr>
              <a:t>React</a:t>
            </a:r>
            <a:r>
              <a:rPr lang="es-ES" sz="2800" b="1" dirty="0">
                <a:solidFill>
                  <a:schemeClr val="tx1"/>
                </a:solidFill>
              </a:rPr>
              <a:t> es una </a:t>
            </a:r>
            <a:r>
              <a:rPr lang="es-ES" sz="2800" b="1" dirty="0" err="1">
                <a:solidFill>
                  <a:schemeClr val="tx1"/>
                </a:solidFill>
              </a:rPr>
              <a:t>libreria</a:t>
            </a:r>
            <a:r>
              <a:rPr lang="es-ES" sz="2800" b="1" dirty="0">
                <a:solidFill>
                  <a:schemeClr val="tx1"/>
                </a:solidFill>
              </a:rPr>
              <a:t> de JavaScript para construir interfaces de usuario interactivas y reutilizables. Fue desarrollada por Facebook (Meta) y es ampliamente utilizada en el desarrollo web moderno.</a:t>
            </a:r>
            <a:endParaRPr lang="es-MX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026" name="Picture 2" descr="React - Wikipedia, la enciclopedia libre">
            <a:extLst>
              <a:ext uri="{FF2B5EF4-FFF2-40B4-BE49-F238E27FC236}">
                <a16:creationId xmlns:a16="http://schemas.microsoft.com/office/drawing/2014/main" id="{FB495D48-0377-41B4-B980-5A381F567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432" y="309011"/>
            <a:ext cx="2280159" cy="20521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9323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DDDEB-0D21-4EF5-95EA-C83BC560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Ventajas de REACT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99AE6-F6F1-48E5-97C1-47624150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18837"/>
            <a:ext cx="8534400" cy="416405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800" b="1" dirty="0">
                <a:solidFill>
                  <a:schemeClr val="tx1"/>
                </a:solidFill>
              </a:rPr>
              <a:t>Desarrollo rápido y eficiente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b="1" dirty="0">
                <a:solidFill>
                  <a:schemeClr val="tx1"/>
                </a:solidFill>
              </a:rPr>
              <a:t>Alto rendimiento con Virtual DOM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b="1" dirty="0">
                <a:solidFill>
                  <a:schemeClr val="tx1"/>
                </a:solidFill>
              </a:rPr>
              <a:t>Compatible con múltiples plataformas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Gran ecosistema y comunidad activa</a:t>
            </a:r>
            <a:endParaRPr lang="es-MX" sz="28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s-MX" sz="2800" b="1" dirty="0">
                <a:solidFill>
                  <a:schemeClr val="tx1"/>
                </a:solidFill>
              </a:rPr>
              <a:t>Popularidad y demanda laboral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b="1" dirty="0">
                <a:solidFill>
                  <a:schemeClr val="tx1"/>
                </a:solidFill>
              </a:rPr>
              <a:t>Integración con tecnologías modernas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052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2AE20-AD4E-41AD-82F9-068E3BDFF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377863"/>
            <a:ext cx="8559996" cy="2051137"/>
          </a:xfrm>
          <a:noFill/>
        </p:spPr>
        <p:txBody>
          <a:bodyPr>
            <a:noAutofit/>
          </a:bodyPr>
          <a:lstStyle/>
          <a:p>
            <a:r>
              <a:rPr lang="es-MX" sz="5400" b="1" dirty="0"/>
              <a:t>CREACION DE PRIMER PROYECTO EN REACT JS</a:t>
            </a:r>
          </a:p>
        </p:txBody>
      </p:sp>
      <p:pic>
        <p:nvPicPr>
          <p:cNvPr id="2050" name="Picture 2" descr="Las ventajas de React.js para desarrollar un sitio web de alto rendimiento">
            <a:extLst>
              <a:ext uri="{FF2B5EF4-FFF2-40B4-BE49-F238E27FC236}">
                <a16:creationId xmlns:a16="http://schemas.microsoft.com/office/drawing/2014/main" id="{D5309C48-7A51-49C4-BBD2-A27514C8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76" y="3588389"/>
            <a:ext cx="3777541" cy="2482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89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DDDEB-0D21-4EF5-95EA-C83BC560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COMANDOS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99AE6-F6F1-48E5-97C1-47624150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18837"/>
            <a:ext cx="9061037" cy="4164059"/>
          </a:xfrm>
        </p:spPr>
        <p:txBody>
          <a:bodyPr>
            <a:normAutofit fontScale="77500" lnSpcReduction="20000"/>
          </a:bodyPr>
          <a:lstStyle/>
          <a:p>
            <a:r>
              <a:rPr lang="es-MX" sz="3200" b="1" dirty="0">
                <a:solidFill>
                  <a:schemeClr val="tx1"/>
                </a:solidFill>
              </a:rPr>
              <a:t>Crea un nuevo proyecto con </a:t>
            </a:r>
            <a:r>
              <a:rPr lang="es-MX" sz="3200" b="1" dirty="0" err="1">
                <a:solidFill>
                  <a:schemeClr val="tx1"/>
                </a:solidFill>
              </a:rPr>
              <a:t>react</a:t>
            </a:r>
            <a:r>
              <a:rPr lang="es-MX" sz="3200" b="1" dirty="0">
                <a:solidFill>
                  <a:schemeClr val="tx1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s-MX" sz="3000" b="1" dirty="0" err="1">
                <a:solidFill>
                  <a:schemeClr val="tx1"/>
                </a:solidFill>
              </a:rPr>
              <a:t>npx</a:t>
            </a:r>
            <a:r>
              <a:rPr lang="es-MX" sz="3000" b="1" dirty="0">
                <a:solidFill>
                  <a:schemeClr val="tx1"/>
                </a:solidFill>
              </a:rPr>
              <a:t> </a:t>
            </a:r>
            <a:r>
              <a:rPr lang="es-MX" sz="3000" b="1" dirty="0" err="1">
                <a:solidFill>
                  <a:schemeClr val="tx1"/>
                </a:solidFill>
              </a:rPr>
              <a:t>create</a:t>
            </a:r>
            <a:r>
              <a:rPr lang="es-MX" sz="3000" b="1" dirty="0">
                <a:solidFill>
                  <a:schemeClr val="tx1"/>
                </a:solidFill>
              </a:rPr>
              <a:t>-</a:t>
            </a:r>
            <a:r>
              <a:rPr lang="es-MX" sz="3000" b="1" dirty="0" err="1">
                <a:solidFill>
                  <a:schemeClr val="tx1"/>
                </a:solidFill>
              </a:rPr>
              <a:t>react</a:t>
            </a:r>
            <a:r>
              <a:rPr lang="es-MX" sz="3000" b="1" dirty="0">
                <a:solidFill>
                  <a:schemeClr val="tx1"/>
                </a:solidFill>
              </a:rPr>
              <a:t>-app mi-proyecto-</a:t>
            </a:r>
            <a:r>
              <a:rPr lang="es-MX" sz="3000" b="1" dirty="0" err="1">
                <a:solidFill>
                  <a:schemeClr val="tx1"/>
                </a:solidFill>
              </a:rPr>
              <a:t>react</a:t>
            </a:r>
            <a:endParaRPr lang="es-MX" sz="30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s-MX" sz="3000" b="1" dirty="0">
              <a:solidFill>
                <a:schemeClr val="tx1"/>
              </a:solidFill>
            </a:endParaRPr>
          </a:p>
          <a:p>
            <a:r>
              <a:rPr lang="es-MX" sz="3200" b="1" dirty="0">
                <a:solidFill>
                  <a:schemeClr val="tx1"/>
                </a:solidFill>
              </a:rPr>
              <a:t>Accedemos al directorio del proyecto:</a:t>
            </a:r>
          </a:p>
          <a:p>
            <a:pPr marL="457200" lvl="1" indent="0">
              <a:buNone/>
            </a:pPr>
            <a:r>
              <a:rPr lang="es-MX" sz="2800" b="1" dirty="0">
                <a:solidFill>
                  <a:schemeClr val="tx1"/>
                </a:solidFill>
              </a:rPr>
              <a:t>cd mi-proyecto-</a:t>
            </a:r>
            <a:r>
              <a:rPr lang="es-MX" sz="2800" b="1" dirty="0" err="1">
                <a:solidFill>
                  <a:schemeClr val="tx1"/>
                </a:solidFill>
              </a:rPr>
              <a:t>react</a:t>
            </a:r>
            <a:endParaRPr lang="es-MX" sz="28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s-MX" sz="2800" b="1" dirty="0">
              <a:solidFill>
                <a:schemeClr val="tx1"/>
              </a:solidFill>
            </a:endParaRPr>
          </a:p>
          <a:p>
            <a:r>
              <a:rPr lang="es-MX" sz="3000" b="1" dirty="0">
                <a:solidFill>
                  <a:schemeClr val="tx1"/>
                </a:solidFill>
              </a:rPr>
              <a:t>Lanza el proyecto</a:t>
            </a:r>
          </a:p>
          <a:p>
            <a:pPr marL="457200" lvl="1" indent="0">
              <a:buNone/>
            </a:pPr>
            <a:r>
              <a:rPr lang="es-MX" sz="3000" b="1" dirty="0" err="1">
                <a:solidFill>
                  <a:schemeClr val="tx1"/>
                </a:solidFill>
              </a:rPr>
              <a:t>npm</a:t>
            </a:r>
            <a:r>
              <a:rPr lang="es-MX" sz="3000" b="1" dirty="0">
                <a:solidFill>
                  <a:schemeClr val="tx1"/>
                </a:solidFill>
              </a:rPr>
              <a:t> </a:t>
            </a:r>
            <a:r>
              <a:rPr lang="es-MX" sz="3000" b="1" dirty="0" err="1">
                <a:solidFill>
                  <a:schemeClr val="tx1"/>
                </a:solidFill>
              </a:rPr>
              <a:t>start</a:t>
            </a:r>
            <a:endParaRPr lang="es-MX" sz="30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s-MX" sz="3000" b="1" dirty="0">
                <a:solidFill>
                  <a:schemeClr val="tx1"/>
                </a:solidFill>
              </a:rPr>
              <a:t>url: </a:t>
            </a:r>
            <a:r>
              <a:rPr lang="es-MX" sz="3200" dirty="0">
                <a:solidFill>
                  <a:schemeClr val="tx1"/>
                </a:solidFill>
                <a:hlinkClick r:id="rId2"/>
              </a:rPr>
              <a:t>http://localhost:3000</a:t>
            </a:r>
            <a:r>
              <a:rPr lang="es-MX" sz="3200" dirty="0">
                <a:solidFill>
                  <a:schemeClr val="tx1"/>
                </a:solidFill>
              </a:rPr>
              <a:t> </a:t>
            </a:r>
            <a:endParaRPr lang="es-MX" sz="3000" b="1" dirty="0">
              <a:solidFill>
                <a:schemeClr val="tx1"/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17898208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82</TotalTime>
  <Words>138</Words>
  <Application>Microsoft Office PowerPoint</Application>
  <PresentationFormat>Panorámica</PresentationFormat>
  <Paragraphs>31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Sector</vt:lpstr>
      <vt:lpstr>REACT JS</vt:lpstr>
      <vt:lpstr>requisitos</vt:lpstr>
      <vt:lpstr>REACT JS</vt:lpstr>
      <vt:lpstr>¿Qué es React js?</vt:lpstr>
      <vt:lpstr>Ventajas de REACT</vt:lpstr>
      <vt:lpstr>CREACION DE PRIMER PROYECTO EN REACT JS</vt:lpstr>
      <vt:lpstr>COMANDOS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ECMASCRIPT 6</dc:title>
  <dc:creator>Diego Sahashi</dc:creator>
  <cp:lastModifiedBy>Diego Sahashi</cp:lastModifiedBy>
  <cp:revision>16</cp:revision>
  <dcterms:created xsi:type="dcterms:W3CDTF">2025-01-30T02:51:33Z</dcterms:created>
  <dcterms:modified xsi:type="dcterms:W3CDTF">2026-09-21T06:49:51Z</dcterms:modified>
</cp:coreProperties>
</file>